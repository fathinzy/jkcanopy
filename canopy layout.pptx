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7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1282" y="6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9ECF9-7AAF-482B-AA32-221ABA5C024D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40D3E-8A4D-4CB9-BA1B-7FA783453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768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9ECF9-7AAF-482B-AA32-221ABA5C024D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40D3E-8A4D-4CB9-BA1B-7FA783453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007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9ECF9-7AAF-482B-AA32-221ABA5C024D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40D3E-8A4D-4CB9-BA1B-7FA783453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913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9ECF9-7AAF-482B-AA32-221ABA5C024D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40D3E-8A4D-4CB9-BA1B-7FA783453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514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9ECF9-7AAF-482B-AA32-221ABA5C024D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40D3E-8A4D-4CB9-BA1B-7FA783453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082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9ECF9-7AAF-482B-AA32-221ABA5C024D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40D3E-8A4D-4CB9-BA1B-7FA783453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210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9ECF9-7AAF-482B-AA32-221ABA5C024D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40D3E-8A4D-4CB9-BA1B-7FA783453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077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9ECF9-7AAF-482B-AA32-221ABA5C024D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40D3E-8A4D-4CB9-BA1B-7FA783453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580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9ECF9-7AAF-482B-AA32-221ABA5C024D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40D3E-8A4D-4CB9-BA1B-7FA783453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478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9ECF9-7AAF-482B-AA32-221ABA5C024D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40D3E-8A4D-4CB9-BA1B-7FA783453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763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9ECF9-7AAF-482B-AA32-221ABA5C024D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40D3E-8A4D-4CB9-BA1B-7FA783453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454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99ECF9-7AAF-482B-AA32-221ABA5C024D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640D3E-8A4D-4CB9-BA1B-7FA783453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905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/>
          <p:cNvSpPr/>
          <p:nvPr/>
        </p:nvSpPr>
        <p:spPr>
          <a:xfrm>
            <a:off x="793822" y="0"/>
            <a:ext cx="141564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details</a:t>
            </a:r>
            <a:endParaRPr 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54" name="Table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815579"/>
              </p:ext>
            </p:extLst>
          </p:nvPr>
        </p:nvGraphicFramePr>
        <p:xfrm>
          <a:off x="1357468" y="767965"/>
          <a:ext cx="8952375" cy="56559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84125"/>
                <a:gridCol w="2984125"/>
                <a:gridCol w="2984125"/>
              </a:tblGrid>
              <a:tr h="54197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IMAGE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Details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127849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r>
                        <a:rPr lang="en-US" dirty="0" smtClean="0"/>
                        <a:t>Round Table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127849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r>
                        <a:rPr lang="en-US" dirty="0" smtClean="0"/>
                        <a:t>Chair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127849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r>
                        <a:rPr lang="en-US" dirty="0" smtClean="0"/>
                        <a:t>Long Table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127849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endParaRPr lang="en-US" dirty="0" smtClean="0"/>
                    </a:p>
                    <a:p>
                      <a:pPr algn="ctr"/>
                      <a:r>
                        <a:rPr lang="en-US" dirty="0" smtClean="0"/>
                        <a:t>Canopy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5" name="Oval 54"/>
          <p:cNvSpPr/>
          <p:nvPr/>
        </p:nvSpPr>
        <p:spPr>
          <a:xfrm>
            <a:off x="2428475" y="1622006"/>
            <a:ext cx="696690" cy="6694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2744581" y="3078518"/>
            <a:ext cx="138793" cy="1714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2100962" y="4193890"/>
            <a:ext cx="1426029" cy="3320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2522185" y="5469829"/>
            <a:ext cx="722377" cy="66668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507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4405208" y="1915820"/>
            <a:ext cx="3453492" cy="3322865"/>
            <a:chOff x="4555679" y="225915"/>
            <a:chExt cx="3453492" cy="3322865"/>
          </a:xfrm>
        </p:grpSpPr>
        <p:sp>
          <p:nvSpPr>
            <p:cNvPr id="4" name="Rectangle 3"/>
            <p:cNvSpPr/>
            <p:nvPr/>
          </p:nvSpPr>
          <p:spPr>
            <a:xfrm>
              <a:off x="4555679" y="225915"/>
              <a:ext cx="3453492" cy="332286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/>
            <p:cNvGrpSpPr/>
            <p:nvPr/>
          </p:nvGrpSpPr>
          <p:grpSpPr>
            <a:xfrm>
              <a:off x="4898570" y="416380"/>
              <a:ext cx="1064084" cy="1132111"/>
              <a:chOff x="2114542" y="1706336"/>
              <a:chExt cx="1064084" cy="1132111"/>
            </a:xfrm>
          </p:grpSpPr>
          <p:sp>
            <p:nvSpPr>
              <p:cNvPr id="5" name="Oval 4"/>
              <p:cNvSpPr/>
              <p:nvPr/>
            </p:nvSpPr>
            <p:spPr>
              <a:xfrm>
                <a:off x="2291440" y="1951265"/>
                <a:ext cx="696690" cy="6694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/>
              <p:cNvSpPr/>
              <p:nvPr/>
            </p:nvSpPr>
            <p:spPr>
              <a:xfrm>
                <a:off x="2441117" y="1706336"/>
                <a:ext cx="138793" cy="17145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2675160" y="1706336"/>
                <a:ext cx="138793" cy="17145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3039833" y="2081893"/>
                <a:ext cx="138793" cy="17145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3039833" y="2348594"/>
                <a:ext cx="138793" cy="17145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2446560" y="2666997"/>
                <a:ext cx="138793" cy="17145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2680603" y="2666997"/>
                <a:ext cx="138793" cy="17145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2114542" y="2071005"/>
                <a:ext cx="138793" cy="17145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2114542" y="2337706"/>
                <a:ext cx="138793" cy="17145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>
              <a:off x="6512377" y="421824"/>
              <a:ext cx="1064084" cy="1132111"/>
              <a:chOff x="2114542" y="1706336"/>
              <a:chExt cx="1064084" cy="1132111"/>
            </a:xfrm>
          </p:grpSpPr>
          <p:sp>
            <p:nvSpPr>
              <p:cNvPr id="18" name="Oval 17"/>
              <p:cNvSpPr/>
              <p:nvPr/>
            </p:nvSpPr>
            <p:spPr>
              <a:xfrm>
                <a:off x="2291440" y="1951265"/>
                <a:ext cx="696690" cy="6694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2441117" y="1706336"/>
                <a:ext cx="138793" cy="17145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2675160" y="1706336"/>
                <a:ext cx="138793" cy="17145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3039833" y="2081893"/>
                <a:ext cx="138793" cy="17145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3039833" y="2348594"/>
                <a:ext cx="138793" cy="17145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2446560" y="2666997"/>
                <a:ext cx="138793" cy="17145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2680603" y="2666997"/>
                <a:ext cx="138793" cy="17145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2114542" y="2071005"/>
                <a:ext cx="138793" cy="17145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2114542" y="2337706"/>
                <a:ext cx="138793" cy="17145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" name="Group 26"/>
            <p:cNvGrpSpPr/>
            <p:nvPr/>
          </p:nvGrpSpPr>
          <p:grpSpPr>
            <a:xfrm>
              <a:off x="4904012" y="1711779"/>
              <a:ext cx="1064084" cy="1132111"/>
              <a:chOff x="2114542" y="1706336"/>
              <a:chExt cx="1064084" cy="1132111"/>
            </a:xfrm>
          </p:grpSpPr>
          <p:sp>
            <p:nvSpPr>
              <p:cNvPr id="28" name="Oval 27"/>
              <p:cNvSpPr/>
              <p:nvPr/>
            </p:nvSpPr>
            <p:spPr>
              <a:xfrm>
                <a:off x="2291440" y="1951265"/>
                <a:ext cx="696690" cy="6694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2441117" y="1706336"/>
                <a:ext cx="138793" cy="17145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 29"/>
              <p:cNvSpPr/>
              <p:nvPr/>
            </p:nvSpPr>
            <p:spPr>
              <a:xfrm>
                <a:off x="2675160" y="1706336"/>
                <a:ext cx="138793" cy="17145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 30"/>
              <p:cNvSpPr/>
              <p:nvPr/>
            </p:nvSpPr>
            <p:spPr>
              <a:xfrm>
                <a:off x="3039833" y="2081893"/>
                <a:ext cx="138793" cy="17145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 31"/>
              <p:cNvSpPr/>
              <p:nvPr/>
            </p:nvSpPr>
            <p:spPr>
              <a:xfrm>
                <a:off x="3039833" y="2348594"/>
                <a:ext cx="138793" cy="17145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2446560" y="2666997"/>
                <a:ext cx="138793" cy="17145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2680603" y="2666997"/>
                <a:ext cx="138793" cy="17145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34"/>
              <p:cNvSpPr/>
              <p:nvPr/>
            </p:nvSpPr>
            <p:spPr>
              <a:xfrm>
                <a:off x="2114542" y="2071005"/>
                <a:ext cx="138793" cy="17145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 35"/>
              <p:cNvSpPr/>
              <p:nvPr/>
            </p:nvSpPr>
            <p:spPr>
              <a:xfrm>
                <a:off x="2114542" y="2337706"/>
                <a:ext cx="138793" cy="17145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7" name="Group 36"/>
            <p:cNvGrpSpPr/>
            <p:nvPr/>
          </p:nvGrpSpPr>
          <p:grpSpPr>
            <a:xfrm>
              <a:off x="6512377" y="1752599"/>
              <a:ext cx="1064084" cy="1132111"/>
              <a:chOff x="2114542" y="1706336"/>
              <a:chExt cx="1064084" cy="1132111"/>
            </a:xfrm>
          </p:grpSpPr>
          <p:sp>
            <p:nvSpPr>
              <p:cNvPr id="38" name="Oval 37"/>
              <p:cNvSpPr/>
              <p:nvPr/>
            </p:nvSpPr>
            <p:spPr>
              <a:xfrm>
                <a:off x="2291440" y="1951265"/>
                <a:ext cx="696690" cy="6694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 38"/>
              <p:cNvSpPr/>
              <p:nvPr/>
            </p:nvSpPr>
            <p:spPr>
              <a:xfrm>
                <a:off x="2441117" y="1706336"/>
                <a:ext cx="138793" cy="17145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tangle 39"/>
              <p:cNvSpPr/>
              <p:nvPr/>
            </p:nvSpPr>
            <p:spPr>
              <a:xfrm>
                <a:off x="2675160" y="1706336"/>
                <a:ext cx="138793" cy="17145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angle 40"/>
              <p:cNvSpPr/>
              <p:nvPr/>
            </p:nvSpPr>
            <p:spPr>
              <a:xfrm>
                <a:off x="3039833" y="2081893"/>
                <a:ext cx="138793" cy="17145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/>
              <p:cNvSpPr/>
              <p:nvPr/>
            </p:nvSpPr>
            <p:spPr>
              <a:xfrm>
                <a:off x="3039833" y="2348594"/>
                <a:ext cx="138793" cy="17145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42"/>
              <p:cNvSpPr/>
              <p:nvPr/>
            </p:nvSpPr>
            <p:spPr>
              <a:xfrm>
                <a:off x="2446560" y="2666997"/>
                <a:ext cx="138793" cy="17145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 43"/>
              <p:cNvSpPr/>
              <p:nvPr/>
            </p:nvSpPr>
            <p:spPr>
              <a:xfrm>
                <a:off x="2680603" y="2666997"/>
                <a:ext cx="138793" cy="17145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44"/>
              <p:cNvSpPr/>
              <p:nvPr/>
            </p:nvSpPr>
            <p:spPr>
              <a:xfrm>
                <a:off x="2114542" y="2071005"/>
                <a:ext cx="138793" cy="17145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45"/>
              <p:cNvSpPr/>
              <p:nvPr/>
            </p:nvSpPr>
            <p:spPr>
              <a:xfrm>
                <a:off x="2114542" y="2337706"/>
                <a:ext cx="138793" cy="17145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9" name="Rectangle 48"/>
            <p:cNvSpPr/>
            <p:nvPr/>
          </p:nvSpPr>
          <p:spPr>
            <a:xfrm>
              <a:off x="4815569" y="3047994"/>
              <a:ext cx="1426029" cy="33201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6257926" y="3045274"/>
              <a:ext cx="1426029" cy="33201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7" name="Rectangle 46"/>
          <p:cNvSpPr/>
          <p:nvPr/>
        </p:nvSpPr>
        <p:spPr>
          <a:xfrm>
            <a:off x="488281" y="0"/>
            <a:ext cx="177208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Layout 1</a:t>
            </a:r>
            <a:endParaRPr 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91251" y="1915820"/>
            <a:ext cx="23265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Round Table = 4 </a:t>
            </a:r>
          </a:p>
          <a:p>
            <a:r>
              <a:rPr lang="en-US" dirty="0" smtClean="0"/>
              <a:t>Chair = 8 X 4</a:t>
            </a:r>
          </a:p>
          <a:p>
            <a:r>
              <a:rPr lang="en-US" dirty="0" smtClean="0"/>
              <a:t>Long Table = 2</a:t>
            </a:r>
          </a:p>
          <a:p>
            <a:r>
              <a:rPr lang="en-US" dirty="0" smtClean="0"/>
              <a:t>Canopy =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87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282515" y="1854427"/>
            <a:ext cx="3453492" cy="33228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 rot="5400000">
            <a:off x="3805158" y="2565098"/>
            <a:ext cx="1426029" cy="3320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88281" y="0"/>
            <a:ext cx="177208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Layout 2</a:t>
            </a:r>
            <a:endParaRPr 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4805106" y="2126132"/>
            <a:ext cx="1426029" cy="898652"/>
            <a:chOff x="1715079" y="3304821"/>
            <a:chExt cx="1426029" cy="898652"/>
          </a:xfrm>
        </p:grpSpPr>
        <p:grpSp>
          <p:nvGrpSpPr>
            <p:cNvPr id="37" name="Group 36"/>
            <p:cNvGrpSpPr/>
            <p:nvPr/>
          </p:nvGrpSpPr>
          <p:grpSpPr>
            <a:xfrm>
              <a:off x="1872765" y="4027518"/>
              <a:ext cx="1153705" cy="175955"/>
              <a:chOff x="2342299" y="2662492"/>
              <a:chExt cx="1153705" cy="175955"/>
            </a:xfrm>
          </p:grpSpPr>
          <p:sp>
            <p:nvSpPr>
              <p:cNvPr id="41" name="Rectangle 40"/>
              <p:cNvSpPr/>
              <p:nvPr/>
            </p:nvSpPr>
            <p:spPr>
              <a:xfrm>
                <a:off x="3357211" y="2662492"/>
                <a:ext cx="138793" cy="17145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/>
              <p:cNvSpPr/>
              <p:nvPr/>
            </p:nvSpPr>
            <p:spPr>
              <a:xfrm>
                <a:off x="3018907" y="2662492"/>
                <a:ext cx="138793" cy="17145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42"/>
              <p:cNvSpPr/>
              <p:nvPr/>
            </p:nvSpPr>
            <p:spPr>
              <a:xfrm>
                <a:off x="2342299" y="2662492"/>
                <a:ext cx="138793" cy="17145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 43"/>
              <p:cNvSpPr/>
              <p:nvPr/>
            </p:nvSpPr>
            <p:spPr>
              <a:xfrm>
                <a:off x="2680603" y="2666997"/>
                <a:ext cx="138793" cy="17145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9" name="Rectangle 48"/>
            <p:cNvSpPr/>
            <p:nvPr/>
          </p:nvSpPr>
          <p:spPr>
            <a:xfrm>
              <a:off x="1715079" y="3577779"/>
              <a:ext cx="1426029" cy="33201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8" name="Group 47"/>
            <p:cNvGrpSpPr/>
            <p:nvPr/>
          </p:nvGrpSpPr>
          <p:grpSpPr>
            <a:xfrm>
              <a:off x="1872765" y="3304821"/>
              <a:ext cx="1153705" cy="175955"/>
              <a:chOff x="2342299" y="2662492"/>
              <a:chExt cx="1153705" cy="175955"/>
            </a:xfrm>
          </p:grpSpPr>
          <p:sp>
            <p:nvSpPr>
              <p:cNvPr id="50" name="Rectangle 49"/>
              <p:cNvSpPr/>
              <p:nvPr/>
            </p:nvSpPr>
            <p:spPr>
              <a:xfrm>
                <a:off x="3357211" y="2662492"/>
                <a:ext cx="138793" cy="17145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ectangle 50"/>
              <p:cNvSpPr/>
              <p:nvPr/>
            </p:nvSpPr>
            <p:spPr>
              <a:xfrm>
                <a:off x="3018907" y="2662492"/>
                <a:ext cx="138793" cy="17145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tangle 52"/>
              <p:cNvSpPr/>
              <p:nvPr/>
            </p:nvSpPr>
            <p:spPr>
              <a:xfrm>
                <a:off x="2342299" y="2662492"/>
                <a:ext cx="138793" cy="17145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tangle 53"/>
              <p:cNvSpPr/>
              <p:nvPr/>
            </p:nvSpPr>
            <p:spPr>
              <a:xfrm>
                <a:off x="2680603" y="2666997"/>
                <a:ext cx="138793" cy="17145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5" name="Group 54"/>
          <p:cNvGrpSpPr/>
          <p:nvPr/>
        </p:nvGrpSpPr>
        <p:grpSpPr>
          <a:xfrm>
            <a:off x="6231135" y="2126132"/>
            <a:ext cx="1426029" cy="898652"/>
            <a:chOff x="1715079" y="3304821"/>
            <a:chExt cx="1426029" cy="898652"/>
          </a:xfrm>
        </p:grpSpPr>
        <p:grpSp>
          <p:nvGrpSpPr>
            <p:cNvPr id="56" name="Group 55"/>
            <p:cNvGrpSpPr/>
            <p:nvPr/>
          </p:nvGrpSpPr>
          <p:grpSpPr>
            <a:xfrm>
              <a:off x="1872765" y="4027518"/>
              <a:ext cx="1153705" cy="175955"/>
              <a:chOff x="2342299" y="2662492"/>
              <a:chExt cx="1153705" cy="175955"/>
            </a:xfrm>
          </p:grpSpPr>
          <p:sp>
            <p:nvSpPr>
              <p:cNvPr id="63" name="Rectangle 62"/>
              <p:cNvSpPr/>
              <p:nvPr/>
            </p:nvSpPr>
            <p:spPr>
              <a:xfrm>
                <a:off x="3357211" y="2662492"/>
                <a:ext cx="138793" cy="17145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Rectangle 63"/>
              <p:cNvSpPr/>
              <p:nvPr/>
            </p:nvSpPr>
            <p:spPr>
              <a:xfrm>
                <a:off x="3018907" y="2662492"/>
                <a:ext cx="138793" cy="17145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Rectangle 64"/>
              <p:cNvSpPr/>
              <p:nvPr/>
            </p:nvSpPr>
            <p:spPr>
              <a:xfrm>
                <a:off x="2342299" y="2662492"/>
                <a:ext cx="138793" cy="17145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Rectangle 65"/>
              <p:cNvSpPr/>
              <p:nvPr/>
            </p:nvSpPr>
            <p:spPr>
              <a:xfrm>
                <a:off x="2680603" y="2666997"/>
                <a:ext cx="138793" cy="17145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7" name="Rectangle 56"/>
            <p:cNvSpPr/>
            <p:nvPr/>
          </p:nvSpPr>
          <p:spPr>
            <a:xfrm>
              <a:off x="1715079" y="3577779"/>
              <a:ext cx="1426029" cy="33201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8" name="Group 57"/>
            <p:cNvGrpSpPr/>
            <p:nvPr/>
          </p:nvGrpSpPr>
          <p:grpSpPr>
            <a:xfrm>
              <a:off x="1872765" y="3304821"/>
              <a:ext cx="1153705" cy="175955"/>
              <a:chOff x="2342299" y="2662492"/>
              <a:chExt cx="1153705" cy="175955"/>
            </a:xfrm>
          </p:grpSpPr>
          <p:sp>
            <p:nvSpPr>
              <p:cNvPr id="59" name="Rectangle 58"/>
              <p:cNvSpPr/>
              <p:nvPr/>
            </p:nvSpPr>
            <p:spPr>
              <a:xfrm>
                <a:off x="3357211" y="2662492"/>
                <a:ext cx="138793" cy="17145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Rectangle 59"/>
              <p:cNvSpPr/>
              <p:nvPr/>
            </p:nvSpPr>
            <p:spPr>
              <a:xfrm>
                <a:off x="3018907" y="2662492"/>
                <a:ext cx="138793" cy="17145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Rectangle 60"/>
              <p:cNvSpPr/>
              <p:nvPr/>
            </p:nvSpPr>
            <p:spPr>
              <a:xfrm>
                <a:off x="2342299" y="2662492"/>
                <a:ext cx="138793" cy="17145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Rectangle 61"/>
              <p:cNvSpPr/>
              <p:nvPr/>
            </p:nvSpPr>
            <p:spPr>
              <a:xfrm>
                <a:off x="2680603" y="2666997"/>
                <a:ext cx="138793" cy="17145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2" name="Group 11"/>
          <p:cNvGrpSpPr/>
          <p:nvPr/>
        </p:nvGrpSpPr>
        <p:grpSpPr>
          <a:xfrm>
            <a:off x="4805106" y="3888175"/>
            <a:ext cx="2852058" cy="898652"/>
            <a:chOff x="8267792" y="2707439"/>
            <a:chExt cx="2852058" cy="898652"/>
          </a:xfrm>
        </p:grpSpPr>
        <p:grpSp>
          <p:nvGrpSpPr>
            <p:cNvPr id="67" name="Group 66"/>
            <p:cNvGrpSpPr/>
            <p:nvPr/>
          </p:nvGrpSpPr>
          <p:grpSpPr>
            <a:xfrm>
              <a:off x="8267792" y="2707439"/>
              <a:ext cx="1426029" cy="898652"/>
              <a:chOff x="1715079" y="3304821"/>
              <a:chExt cx="1426029" cy="898652"/>
            </a:xfrm>
          </p:grpSpPr>
          <p:grpSp>
            <p:nvGrpSpPr>
              <p:cNvPr id="68" name="Group 67"/>
              <p:cNvGrpSpPr/>
              <p:nvPr/>
            </p:nvGrpSpPr>
            <p:grpSpPr>
              <a:xfrm>
                <a:off x="1872765" y="4027518"/>
                <a:ext cx="1153705" cy="175955"/>
                <a:chOff x="2342299" y="2662492"/>
                <a:chExt cx="1153705" cy="175955"/>
              </a:xfrm>
            </p:grpSpPr>
            <p:sp>
              <p:nvSpPr>
                <p:cNvPr id="75" name="Rectangle 74"/>
                <p:cNvSpPr/>
                <p:nvPr/>
              </p:nvSpPr>
              <p:spPr>
                <a:xfrm>
                  <a:off x="3357211" y="2662492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" name="Rectangle 75"/>
                <p:cNvSpPr/>
                <p:nvPr/>
              </p:nvSpPr>
              <p:spPr>
                <a:xfrm>
                  <a:off x="3018907" y="2662492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" name="Rectangle 76"/>
                <p:cNvSpPr/>
                <p:nvPr/>
              </p:nvSpPr>
              <p:spPr>
                <a:xfrm>
                  <a:off x="2342299" y="2662492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" name="Rectangle 77"/>
                <p:cNvSpPr/>
                <p:nvPr/>
              </p:nvSpPr>
              <p:spPr>
                <a:xfrm>
                  <a:off x="2680603" y="2666997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9" name="Rectangle 68"/>
              <p:cNvSpPr/>
              <p:nvPr/>
            </p:nvSpPr>
            <p:spPr>
              <a:xfrm>
                <a:off x="1715079" y="3577779"/>
                <a:ext cx="1426029" cy="33201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0" name="Group 69"/>
              <p:cNvGrpSpPr/>
              <p:nvPr/>
            </p:nvGrpSpPr>
            <p:grpSpPr>
              <a:xfrm>
                <a:off x="1872765" y="3304821"/>
                <a:ext cx="1153705" cy="175955"/>
                <a:chOff x="2342299" y="2662492"/>
                <a:chExt cx="1153705" cy="175955"/>
              </a:xfrm>
            </p:grpSpPr>
            <p:sp>
              <p:nvSpPr>
                <p:cNvPr id="71" name="Rectangle 70"/>
                <p:cNvSpPr/>
                <p:nvPr/>
              </p:nvSpPr>
              <p:spPr>
                <a:xfrm>
                  <a:off x="3357211" y="2662492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2" name="Rectangle 71"/>
                <p:cNvSpPr/>
                <p:nvPr/>
              </p:nvSpPr>
              <p:spPr>
                <a:xfrm>
                  <a:off x="3018907" y="2662492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" name="Rectangle 72"/>
                <p:cNvSpPr/>
                <p:nvPr/>
              </p:nvSpPr>
              <p:spPr>
                <a:xfrm>
                  <a:off x="2342299" y="2662492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" name="Rectangle 73"/>
                <p:cNvSpPr/>
                <p:nvPr/>
              </p:nvSpPr>
              <p:spPr>
                <a:xfrm>
                  <a:off x="2680603" y="2666997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79" name="Group 78"/>
            <p:cNvGrpSpPr/>
            <p:nvPr/>
          </p:nvGrpSpPr>
          <p:grpSpPr>
            <a:xfrm>
              <a:off x="9693821" y="2707439"/>
              <a:ext cx="1426029" cy="898652"/>
              <a:chOff x="1715079" y="3304821"/>
              <a:chExt cx="1426029" cy="898652"/>
            </a:xfrm>
          </p:grpSpPr>
          <p:grpSp>
            <p:nvGrpSpPr>
              <p:cNvPr id="80" name="Group 79"/>
              <p:cNvGrpSpPr/>
              <p:nvPr/>
            </p:nvGrpSpPr>
            <p:grpSpPr>
              <a:xfrm>
                <a:off x="1872765" y="4027518"/>
                <a:ext cx="1153705" cy="175955"/>
                <a:chOff x="2342299" y="2662492"/>
                <a:chExt cx="1153705" cy="175955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3357211" y="2662492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87"/>
                <p:cNvSpPr/>
                <p:nvPr/>
              </p:nvSpPr>
              <p:spPr>
                <a:xfrm>
                  <a:off x="3018907" y="2662492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88"/>
                <p:cNvSpPr/>
                <p:nvPr/>
              </p:nvSpPr>
              <p:spPr>
                <a:xfrm>
                  <a:off x="2342299" y="2662492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" name="Rectangle 89"/>
                <p:cNvSpPr/>
                <p:nvPr/>
              </p:nvSpPr>
              <p:spPr>
                <a:xfrm>
                  <a:off x="2680603" y="2666997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81" name="Rectangle 80"/>
              <p:cNvSpPr/>
              <p:nvPr/>
            </p:nvSpPr>
            <p:spPr>
              <a:xfrm>
                <a:off x="1715079" y="3577779"/>
                <a:ext cx="1426029" cy="33201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82" name="Group 81"/>
              <p:cNvGrpSpPr/>
              <p:nvPr/>
            </p:nvGrpSpPr>
            <p:grpSpPr>
              <a:xfrm>
                <a:off x="1872765" y="3304821"/>
                <a:ext cx="1153705" cy="175955"/>
                <a:chOff x="2342299" y="2662492"/>
                <a:chExt cx="1153705" cy="175955"/>
              </a:xfrm>
            </p:grpSpPr>
            <p:sp>
              <p:nvSpPr>
                <p:cNvPr id="83" name="Rectangle 82"/>
                <p:cNvSpPr/>
                <p:nvPr/>
              </p:nvSpPr>
              <p:spPr>
                <a:xfrm>
                  <a:off x="3357211" y="2662492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" name="Rectangle 83"/>
                <p:cNvSpPr/>
                <p:nvPr/>
              </p:nvSpPr>
              <p:spPr>
                <a:xfrm>
                  <a:off x="3018907" y="2662492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2342299" y="2662492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680603" y="2666997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91" name="Rectangle 90"/>
          <p:cNvSpPr/>
          <p:nvPr/>
        </p:nvSpPr>
        <p:spPr>
          <a:xfrm rot="5400000">
            <a:off x="3805157" y="3991127"/>
            <a:ext cx="1426029" cy="3320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TextBox 91"/>
          <p:cNvSpPr txBox="1"/>
          <p:nvPr/>
        </p:nvSpPr>
        <p:spPr>
          <a:xfrm>
            <a:off x="891251" y="1915820"/>
            <a:ext cx="23265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Chair = 8 X 4</a:t>
            </a:r>
          </a:p>
          <a:p>
            <a:r>
              <a:rPr lang="en-US" dirty="0" smtClean="0"/>
              <a:t>Long Table = 6</a:t>
            </a:r>
          </a:p>
          <a:p>
            <a:r>
              <a:rPr lang="en-US" dirty="0" smtClean="0"/>
              <a:t>Canopy =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345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/>
          <p:cNvSpPr/>
          <p:nvPr/>
        </p:nvSpPr>
        <p:spPr>
          <a:xfrm>
            <a:off x="488281" y="0"/>
            <a:ext cx="177208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Layout 3</a:t>
            </a:r>
            <a:endParaRPr 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3455843" y="1627777"/>
            <a:ext cx="6634805" cy="3454115"/>
            <a:chOff x="1719640" y="1164789"/>
            <a:chExt cx="6634805" cy="3454115"/>
          </a:xfrm>
        </p:grpSpPr>
        <p:grpSp>
          <p:nvGrpSpPr>
            <p:cNvPr id="94" name="Group 93"/>
            <p:cNvGrpSpPr/>
            <p:nvPr/>
          </p:nvGrpSpPr>
          <p:grpSpPr>
            <a:xfrm rot="16200000">
              <a:off x="1748897" y="1136155"/>
              <a:ext cx="3453492" cy="3512005"/>
              <a:chOff x="4555679" y="225915"/>
              <a:chExt cx="3453492" cy="3512005"/>
            </a:xfrm>
          </p:grpSpPr>
          <p:sp>
            <p:nvSpPr>
              <p:cNvPr id="95" name="Rectangle 94"/>
              <p:cNvSpPr/>
              <p:nvPr/>
            </p:nvSpPr>
            <p:spPr>
              <a:xfrm>
                <a:off x="4555679" y="225915"/>
                <a:ext cx="3453492" cy="332286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96" name="Group 95"/>
              <p:cNvGrpSpPr/>
              <p:nvPr/>
            </p:nvGrpSpPr>
            <p:grpSpPr>
              <a:xfrm>
                <a:off x="4898570" y="416380"/>
                <a:ext cx="1064084" cy="1132111"/>
                <a:chOff x="2114542" y="1706336"/>
                <a:chExt cx="1064084" cy="1132111"/>
              </a:xfrm>
            </p:grpSpPr>
            <p:sp>
              <p:nvSpPr>
                <p:cNvPr id="129" name="Oval 128"/>
                <p:cNvSpPr/>
                <p:nvPr/>
              </p:nvSpPr>
              <p:spPr>
                <a:xfrm>
                  <a:off x="2291440" y="1951265"/>
                  <a:ext cx="696690" cy="66947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" name="Rectangle 129"/>
                <p:cNvSpPr/>
                <p:nvPr/>
              </p:nvSpPr>
              <p:spPr>
                <a:xfrm>
                  <a:off x="2441117" y="1706336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" name="Rectangle 130"/>
                <p:cNvSpPr/>
                <p:nvPr/>
              </p:nvSpPr>
              <p:spPr>
                <a:xfrm>
                  <a:off x="2675160" y="1706336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" name="Rectangle 131"/>
                <p:cNvSpPr/>
                <p:nvPr/>
              </p:nvSpPr>
              <p:spPr>
                <a:xfrm>
                  <a:off x="3039833" y="2081893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" name="Rectangle 132"/>
                <p:cNvSpPr/>
                <p:nvPr/>
              </p:nvSpPr>
              <p:spPr>
                <a:xfrm>
                  <a:off x="3039833" y="2348594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4" name="Rectangle 133"/>
                <p:cNvSpPr/>
                <p:nvPr/>
              </p:nvSpPr>
              <p:spPr>
                <a:xfrm>
                  <a:off x="2446560" y="2666997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5" name="Rectangle 134"/>
                <p:cNvSpPr/>
                <p:nvPr/>
              </p:nvSpPr>
              <p:spPr>
                <a:xfrm>
                  <a:off x="2680603" y="2666997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6" name="Rectangle 135"/>
                <p:cNvSpPr/>
                <p:nvPr/>
              </p:nvSpPr>
              <p:spPr>
                <a:xfrm>
                  <a:off x="2114542" y="2071005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" name="Rectangle 136"/>
                <p:cNvSpPr/>
                <p:nvPr/>
              </p:nvSpPr>
              <p:spPr>
                <a:xfrm>
                  <a:off x="2114542" y="2337706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7" name="Group 96"/>
              <p:cNvGrpSpPr/>
              <p:nvPr/>
            </p:nvGrpSpPr>
            <p:grpSpPr>
              <a:xfrm>
                <a:off x="6512377" y="421824"/>
                <a:ext cx="1064084" cy="1132111"/>
                <a:chOff x="2114542" y="1706336"/>
                <a:chExt cx="1064084" cy="1132111"/>
              </a:xfrm>
            </p:grpSpPr>
            <p:sp>
              <p:nvSpPr>
                <p:cNvPr id="120" name="Oval 119"/>
                <p:cNvSpPr/>
                <p:nvPr/>
              </p:nvSpPr>
              <p:spPr>
                <a:xfrm>
                  <a:off x="2291440" y="1951265"/>
                  <a:ext cx="696690" cy="66947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" name="Rectangle 120"/>
                <p:cNvSpPr/>
                <p:nvPr/>
              </p:nvSpPr>
              <p:spPr>
                <a:xfrm>
                  <a:off x="2441117" y="1706336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" name="Rectangle 121"/>
                <p:cNvSpPr/>
                <p:nvPr/>
              </p:nvSpPr>
              <p:spPr>
                <a:xfrm>
                  <a:off x="2675160" y="1706336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" name="Rectangle 122"/>
                <p:cNvSpPr/>
                <p:nvPr/>
              </p:nvSpPr>
              <p:spPr>
                <a:xfrm>
                  <a:off x="3039833" y="2081893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" name="Rectangle 123"/>
                <p:cNvSpPr/>
                <p:nvPr/>
              </p:nvSpPr>
              <p:spPr>
                <a:xfrm>
                  <a:off x="3039833" y="2348594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" name="Rectangle 124"/>
                <p:cNvSpPr/>
                <p:nvPr/>
              </p:nvSpPr>
              <p:spPr>
                <a:xfrm>
                  <a:off x="2446560" y="2666997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" name="Rectangle 125"/>
                <p:cNvSpPr/>
                <p:nvPr/>
              </p:nvSpPr>
              <p:spPr>
                <a:xfrm>
                  <a:off x="2680603" y="2666997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" name="Rectangle 126"/>
                <p:cNvSpPr/>
                <p:nvPr/>
              </p:nvSpPr>
              <p:spPr>
                <a:xfrm>
                  <a:off x="2114542" y="2071005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" name="Rectangle 127"/>
                <p:cNvSpPr/>
                <p:nvPr/>
              </p:nvSpPr>
              <p:spPr>
                <a:xfrm>
                  <a:off x="2114542" y="2337706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8" name="Group 97"/>
              <p:cNvGrpSpPr/>
              <p:nvPr/>
            </p:nvGrpSpPr>
            <p:grpSpPr>
              <a:xfrm>
                <a:off x="4904012" y="1711779"/>
                <a:ext cx="1064084" cy="1132111"/>
                <a:chOff x="2114542" y="1706336"/>
                <a:chExt cx="1064084" cy="1132111"/>
              </a:xfrm>
            </p:grpSpPr>
            <p:sp>
              <p:nvSpPr>
                <p:cNvPr id="111" name="Oval 110"/>
                <p:cNvSpPr/>
                <p:nvPr/>
              </p:nvSpPr>
              <p:spPr>
                <a:xfrm>
                  <a:off x="2291440" y="1951265"/>
                  <a:ext cx="696690" cy="66947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441117" y="1706336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" name="Rectangle 112"/>
                <p:cNvSpPr/>
                <p:nvPr/>
              </p:nvSpPr>
              <p:spPr>
                <a:xfrm>
                  <a:off x="2675160" y="1706336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3039833" y="2081893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114"/>
                <p:cNvSpPr/>
                <p:nvPr/>
              </p:nvSpPr>
              <p:spPr>
                <a:xfrm>
                  <a:off x="3039833" y="2348594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115"/>
                <p:cNvSpPr/>
                <p:nvPr/>
              </p:nvSpPr>
              <p:spPr>
                <a:xfrm>
                  <a:off x="2446560" y="2666997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116"/>
                <p:cNvSpPr/>
                <p:nvPr/>
              </p:nvSpPr>
              <p:spPr>
                <a:xfrm>
                  <a:off x="2680603" y="2666997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" name="Rectangle 117"/>
                <p:cNvSpPr/>
                <p:nvPr/>
              </p:nvSpPr>
              <p:spPr>
                <a:xfrm>
                  <a:off x="2114542" y="2071005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" name="Rectangle 118"/>
                <p:cNvSpPr/>
                <p:nvPr/>
              </p:nvSpPr>
              <p:spPr>
                <a:xfrm>
                  <a:off x="2114542" y="2337706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9" name="Group 98"/>
              <p:cNvGrpSpPr/>
              <p:nvPr/>
            </p:nvGrpSpPr>
            <p:grpSpPr>
              <a:xfrm>
                <a:off x="6512377" y="1752599"/>
                <a:ext cx="1064084" cy="1132111"/>
                <a:chOff x="2114542" y="1706336"/>
                <a:chExt cx="1064084" cy="1132111"/>
              </a:xfrm>
            </p:grpSpPr>
            <p:sp>
              <p:nvSpPr>
                <p:cNvPr id="102" name="Oval 101"/>
                <p:cNvSpPr/>
                <p:nvPr/>
              </p:nvSpPr>
              <p:spPr>
                <a:xfrm>
                  <a:off x="2291440" y="1951265"/>
                  <a:ext cx="696690" cy="66947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" name="Rectangle 102"/>
                <p:cNvSpPr/>
                <p:nvPr/>
              </p:nvSpPr>
              <p:spPr>
                <a:xfrm>
                  <a:off x="2441117" y="1706336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" name="Rectangle 103"/>
                <p:cNvSpPr/>
                <p:nvPr/>
              </p:nvSpPr>
              <p:spPr>
                <a:xfrm>
                  <a:off x="2675160" y="1706336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5" name="Rectangle 104"/>
                <p:cNvSpPr/>
                <p:nvPr/>
              </p:nvSpPr>
              <p:spPr>
                <a:xfrm>
                  <a:off x="3039833" y="2081893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6" name="Rectangle 105"/>
                <p:cNvSpPr/>
                <p:nvPr/>
              </p:nvSpPr>
              <p:spPr>
                <a:xfrm>
                  <a:off x="3039833" y="2348594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" name="Rectangle 106"/>
                <p:cNvSpPr/>
                <p:nvPr/>
              </p:nvSpPr>
              <p:spPr>
                <a:xfrm>
                  <a:off x="2446560" y="2666997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2680603" y="2666997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114542" y="2071005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0" name="Rectangle 109"/>
                <p:cNvSpPr/>
                <p:nvPr/>
              </p:nvSpPr>
              <p:spPr>
                <a:xfrm>
                  <a:off x="2114542" y="2337706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0" name="Rectangle 99"/>
              <p:cNvSpPr/>
              <p:nvPr/>
            </p:nvSpPr>
            <p:spPr>
              <a:xfrm>
                <a:off x="4826455" y="3405902"/>
                <a:ext cx="1426029" cy="33201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Rectangle 100"/>
              <p:cNvSpPr/>
              <p:nvPr/>
            </p:nvSpPr>
            <p:spPr>
              <a:xfrm>
                <a:off x="6270174" y="3405903"/>
                <a:ext cx="1426029" cy="33201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8" name="Group 137"/>
            <p:cNvGrpSpPr/>
            <p:nvPr/>
          </p:nvGrpSpPr>
          <p:grpSpPr>
            <a:xfrm rot="5400000">
              <a:off x="4966267" y="1230102"/>
              <a:ext cx="3453492" cy="3322865"/>
              <a:chOff x="4555679" y="225915"/>
              <a:chExt cx="3453492" cy="3322865"/>
            </a:xfrm>
          </p:grpSpPr>
          <p:sp>
            <p:nvSpPr>
              <p:cNvPr id="139" name="Rectangle 138"/>
              <p:cNvSpPr/>
              <p:nvPr/>
            </p:nvSpPr>
            <p:spPr>
              <a:xfrm>
                <a:off x="4555679" y="225915"/>
                <a:ext cx="3453492" cy="332286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40" name="Group 139"/>
              <p:cNvGrpSpPr/>
              <p:nvPr/>
            </p:nvGrpSpPr>
            <p:grpSpPr>
              <a:xfrm>
                <a:off x="4898570" y="416380"/>
                <a:ext cx="1064084" cy="1132111"/>
                <a:chOff x="2114542" y="1706336"/>
                <a:chExt cx="1064084" cy="1132111"/>
              </a:xfrm>
            </p:grpSpPr>
            <p:sp>
              <p:nvSpPr>
                <p:cNvPr id="173" name="Oval 172"/>
                <p:cNvSpPr/>
                <p:nvPr/>
              </p:nvSpPr>
              <p:spPr>
                <a:xfrm>
                  <a:off x="2291440" y="1951265"/>
                  <a:ext cx="696690" cy="66947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4" name="Rectangle 173"/>
                <p:cNvSpPr/>
                <p:nvPr/>
              </p:nvSpPr>
              <p:spPr>
                <a:xfrm>
                  <a:off x="2441117" y="1706336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5" name="Rectangle 174"/>
                <p:cNvSpPr/>
                <p:nvPr/>
              </p:nvSpPr>
              <p:spPr>
                <a:xfrm>
                  <a:off x="2675160" y="1706336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" name="Rectangle 175"/>
                <p:cNvSpPr/>
                <p:nvPr/>
              </p:nvSpPr>
              <p:spPr>
                <a:xfrm>
                  <a:off x="3039833" y="2081893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7" name="Rectangle 176"/>
                <p:cNvSpPr/>
                <p:nvPr/>
              </p:nvSpPr>
              <p:spPr>
                <a:xfrm>
                  <a:off x="3039833" y="2348594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" name="Rectangle 177"/>
                <p:cNvSpPr/>
                <p:nvPr/>
              </p:nvSpPr>
              <p:spPr>
                <a:xfrm>
                  <a:off x="2446560" y="2666997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" name="Rectangle 178"/>
                <p:cNvSpPr/>
                <p:nvPr/>
              </p:nvSpPr>
              <p:spPr>
                <a:xfrm>
                  <a:off x="2680603" y="2666997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" name="Rectangle 179"/>
                <p:cNvSpPr/>
                <p:nvPr/>
              </p:nvSpPr>
              <p:spPr>
                <a:xfrm>
                  <a:off x="2114542" y="2071005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" name="Rectangle 180"/>
                <p:cNvSpPr/>
                <p:nvPr/>
              </p:nvSpPr>
              <p:spPr>
                <a:xfrm>
                  <a:off x="2114542" y="2337706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1" name="Group 140"/>
              <p:cNvGrpSpPr/>
              <p:nvPr/>
            </p:nvGrpSpPr>
            <p:grpSpPr>
              <a:xfrm>
                <a:off x="6512377" y="421824"/>
                <a:ext cx="1064084" cy="1132111"/>
                <a:chOff x="2114542" y="1706336"/>
                <a:chExt cx="1064084" cy="1132111"/>
              </a:xfrm>
            </p:grpSpPr>
            <p:sp>
              <p:nvSpPr>
                <p:cNvPr id="164" name="Oval 163"/>
                <p:cNvSpPr/>
                <p:nvPr/>
              </p:nvSpPr>
              <p:spPr>
                <a:xfrm>
                  <a:off x="2291440" y="1951265"/>
                  <a:ext cx="696690" cy="66947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" name="Rectangle 164"/>
                <p:cNvSpPr/>
                <p:nvPr/>
              </p:nvSpPr>
              <p:spPr>
                <a:xfrm>
                  <a:off x="2441117" y="1706336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" name="Rectangle 165"/>
                <p:cNvSpPr/>
                <p:nvPr/>
              </p:nvSpPr>
              <p:spPr>
                <a:xfrm>
                  <a:off x="2675160" y="1706336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" name="Rectangle 166"/>
                <p:cNvSpPr/>
                <p:nvPr/>
              </p:nvSpPr>
              <p:spPr>
                <a:xfrm>
                  <a:off x="3039833" y="2081893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" name="Rectangle 167"/>
                <p:cNvSpPr/>
                <p:nvPr/>
              </p:nvSpPr>
              <p:spPr>
                <a:xfrm>
                  <a:off x="3039833" y="2348594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" name="Rectangle 168"/>
                <p:cNvSpPr/>
                <p:nvPr/>
              </p:nvSpPr>
              <p:spPr>
                <a:xfrm>
                  <a:off x="2446560" y="2666997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" name="Rectangle 169"/>
                <p:cNvSpPr/>
                <p:nvPr/>
              </p:nvSpPr>
              <p:spPr>
                <a:xfrm>
                  <a:off x="2680603" y="2666997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" name="Rectangle 170"/>
                <p:cNvSpPr/>
                <p:nvPr/>
              </p:nvSpPr>
              <p:spPr>
                <a:xfrm>
                  <a:off x="2114542" y="2071005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" name="Rectangle 171"/>
                <p:cNvSpPr/>
                <p:nvPr/>
              </p:nvSpPr>
              <p:spPr>
                <a:xfrm>
                  <a:off x="2114542" y="2337706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2" name="Group 141"/>
              <p:cNvGrpSpPr/>
              <p:nvPr/>
            </p:nvGrpSpPr>
            <p:grpSpPr>
              <a:xfrm>
                <a:off x="4904012" y="1711779"/>
                <a:ext cx="1064084" cy="1132111"/>
                <a:chOff x="2114542" y="1706336"/>
                <a:chExt cx="1064084" cy="1132111"/>
              </a:xfrm>
            </p:grpSpPr>
            <p:sp>
              <p:nvSpPr>
                <p:cNvPr id="155" name="Oval 154"/>
                <p:cNvSpPr/>
                <p:nvPr/>
              </p:nvSpPr>
              <p:spPr>
                <a:xfrm>
                  <a:off x="2291440" y="1951265"/>
                  <a:ext cx="696690" cy="66947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" name="Rectangle 155"/>
                <p:cNvSpPr/>
                <p:nvPr/>
              </p:nvSpPr>
              <p:spPr>
                <a:xfrm>
                  <a:off x="2441117" y="1706336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7" name="Rectangle 156"/>
                <p:cNvSpPr/>
                <p:nvPr/>
              </p:nvSpPr>
              <p:spPr>
                <a:xfrm>
                  <a:off x="2675160" y="1706336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" name="Rectangle 157"/>
                <p:cNvSpPr/>
                <p:nvPr/>
              </p:nvSpPr>
              <p:spPr>
                <a:xfrm>
                  <a:off x="3039833" y="2081893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" name="Rectangle 158"/>
                <p:cNvSpPr/>
                <p:nvPr/>
              </p:nvSpPr>
              <p:spPr>
                <a:xfrm>
                  <a:off x="3039833" y="2348594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" name="Rectangle 159"/>
                <p:cNvSpPr/>
                <p:nvPr/>
              </p:nvSpPr>
              <p:spPr>
                <a:xfrm>
                  <a:off x="2446560" y="2666997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" name="Rectangle 160"/>
                <p:cNvSpPr/>
                <p:nvPr/>
              </p:nvSpPr>
              <p:spPr>
                <a:xfrm>
                  <a:off x="2680603" y="2666997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" name="Rectangle 161"/>
                <p:cNvSpPr/>
                <p:nvPr/>
              </p:nvSpPr>
              <p:spPr>
                <a:xfrm>
                  <a:off x="2114542" y="2071005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" name="Rectangle 162"/>
                <p:cNvSpPr/>
                <p:nvPr/>
              </p:nvSpPr>
              <p:spPr>
                <a:xfrm>
                  <a:off x="2114542" y="2337706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3" name="Group 142"/>
              <p:cNvGrpSpPr/>
              <p:nvPr/>
            </p:nvGrpSpPr>
            <p:grpSpPr>
              <a:xfrm>
                <a:off x="6512377" y="1752599"/>
                <a:ext cx="1064084" cy="1132111"/>
                <a:chOff x="2114542" y="1706336"/>
                <a:chExt cx="1064084" cy="1132111"/>
              </a:xfrm>
            </p:grpSpPr>
            <p:sp>
              <p:nvSpPr>
                <p:cNvPr id="146" name="Oval 145"/>
                <p:cNvSpPr/>
                <p:nvPr/>
              </p:nvSpPr>
              <p:spPr>
                <a:xfrm>
                  <a:off x="2291440" y="1951265"/>
                  <a:ext cx="696690" cy="66947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" name="Rectangle 146"/>
                <p:cNvSpPr/>
                <p:nvPr/>
              </p:nvSpPr>
              <p:spPr>
                <a:xfrm>
                  <a:off x="2441117" y="1706336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" name="Rectangle 147"/>
                <p:cNvSpPr/>
                <p:nvPr/>
              </p:nvSpPr>
              <p:spPr>
                <a:xfrm>
                  <a:off x="2675160" y="1706336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" name="Rectangle 148"/>
                <p:cNvSpPr/>
                <p:nvPr/>
              </p:nvSpPr>
              <p:spPr>
                <a:xfrm>
                  <a:off x="3039833" y="2081893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" name="Rectangle 149"/>
                <p:cNvSpPr/>
                <p:nvPr/>
              </p:nvSpPr>
              <p:spPr>
                <a:xfrm>
                  <a:off x="3039833" y="2348594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" name="Rectangle 150"/>
                <p:cNvSpPr/>
                <p:nvPr/>
              </p:nvSpPr>
              <p:spPr>
                <a:xfrm>
                  <a:off x="2446560" y="2666997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" name="Rectangle 151"/>
                <p:cNvSpPr/>
                <p:nvPr/>
              </p:nvSpPr>
              <p:spPr>
                <a:xfrm>
                  <a:off x="2680603" y="2666997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" name="Rectangle 152"/>
                <p:cNvSpPr/>
                <p:nvPr/>
              </p:nvSpPr>
              <p:spPr>
                <a:xfrm>
                  <a:off x="2114542" y="2071005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4" name="Rectangle 153"/>
                <p:cNvSpPr/>
                <p:nvPr/>
              </p:nvSpPr>
              <p:spPr>
                <a:xfrm>
                  <a:off x="2114542" y="2337706"/>
                  <a:ext cx="138793" cy="17145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182" name="TextBox 181"/>
          <p:cNvSpPr txBox="1"/>
          <p:nvPr/>
        </p:nvSpPr>
        <p:spPr>
          <a:xfrm>
            <a:off x="258566" y="1449267"/>
            <a:ext cx="23265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Round Table = 8 </a:t>
            </a:r>
          </a:p>
          <a:p>
            <a:r>
              <a:rPr lang="en-US" dirty="0" smtClean="0"/>
              <a:t>Chair = 8 X 8</a:t>
            </a:r>
          </a:p>
          <a:p>
            <a:r>
              <a:rPr lang="en-US" dirty="0" smtClean="0"/>
              <a:t>Long Table = 2</a:t>
            </a:r>
          </a:p>
          <a:p>
            <a:r>
              <a:rPr lang="en-US" dirty="0" smtClean="0"/>
              <a:t>Canopy =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446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/>
          <p:cNvSpPr/>
          <p:nvPr/>
        </p:nvSpPr>
        <p:spPr>
          <a:xfrm>
            <a:off x="488281" y="0"/>
            <a:ext cx="177208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Layout 4</a:t>
            </a:r>
            <a:endParaRPr 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5" name="Rectangle 94"/>
          <p:cNvSpPr/>
          <p:nvPr/>
        </p:nvSpPr>
        <p:spPr>
          <a:xfrm rot="16200000">
            <a:off x="3834326" y="1542621"/>
            <a:ext cx="3453492" cy="33228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6" name="Group 95"/>
          <p:cNvGrpSpPr/>
          <p:nvPr/>
        </p:nvGrpSpPr>
        <p:grpSpPr>
          <a:xfrm rot="16200000">
            <a:off x="4124118" y="3489811"/>
            <a:ext cx="1064084" cy="1132111"/>
            <a:chOff x="2114542" y="1706336"/>
            <a:chExt cx="1064084" cy="1132111"/>
          </a:xfrm>
        </p:grpSpPr>
        <p:sp>
          <p:nvSpPr>
            <p:cNvPr id="129" name="Oval 128"/>
            <p:cNvSpPr/>
            <p:nvPr/>
          </p:nvSpPr>
          <p:spPr>
            <a:xfrm>
              <a:off x="2291440" y="1951265"/>
              <a:ext cx="696690" cy="6694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/>
            <p:cNvSpPr/>
            <p:nvPr/>
          </p:nvSpPr>
          <p:spPr>
            <a:xfrm>
              <a:off x="2441117" y="1706336"/>
              <a:ext cx="138793" cy="17145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/>
            <p:cNvSpPr/>
            <p:nvPr/>
          </p:nvSpPr>
          <p:spPr>
            <a:xfrm>
              <a:off x="2675160" y="1706336"/>
              <a:ext cx="138793" cy="17145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/>
            <p:cNvSpPr/>
            <p:nvPr/>
          </p:nvSpPr>
          <p:spPr>
            <a:xfrm>
              <a:off x="3039833" y="2081893"/>
              <a:ext cx="138793" cy="17145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/>
            <p:cNvSpPr/>
            <p:nvPr/>
          </p:nvSpPr>
          <p:spPr>
            <a:xfrm>
              <a:off x="3039833" y="2348594"/>
              <a:ext cx="138793" cy="17145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/>
            <p:cNvSpPr/>
            <p:nvPr/>
          </p:nvSpPr>
          <p:spPr>
            <a:xfrm>
              <a:off x="2446560" y="2666997"/>
              <a:ext cx="138793" cy="17145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/>
            <p:cNvSpPr/>
            <p:nvPr/>
          </p:nvSpPr>
          <p:spPr>
            <a:xfrm>
              <a:off x="2680603" y="2666997"/>
              <a:ext cx="138793" cy="17145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2114542" y="2071005"/>
              <a:ext cx="138793" cy="17145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/>
            <p:cNvSpPr/>
            <p:nvPr/>
          </p:nvSpPr>
          <p:spPr>
            <a:xfrm>
              <a:off x="2114542" y="2337706"/>
              <a:ext cx="138793" cy="17145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7" name="Group 96"/>
          <p:cNvGrpSpPr/>
          <p:nvPr/>
        </p:nvGrpSpPr>
        <p:grpSpPr>
          <a:xfrm rot="16200000">
            <a:off x="4129561" y="1876004"/>
            <a:ext cx="1064084" cy="1132111"/>
            <a:chOff x="2114542" y="1706336"/>
            <a:chExt cx="1064084" cy="1132111"/>
          </a:xfrm>
        </p:grpSpPr>
        <p:sp>
          <p:nvSpPr>
            <p:cNvPr id="120" name="Oval 119"/>
            <p:cNvSpPr/>
            <p:nvPr/>
          </p:nvSpPr>
          <p:spPr>
            <a:xfrm>
              <a:off x="2291440" y="1951265"/>
              <a:ext cx="696690" cy="6694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/>
            <p:cNvSpPr/>
            <p:nvPr/>
          </p:nvSpPr>
          <p:spPr>
            <a:xfrm>
              <a:off x="2441117" y="1706336"/>
              <a:ext cx="138793" cy="17145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/>
            <p:cNvSpPr/>
            <p:nvPr/>
          </p:nvSpPr>
          <p:spPr>
            <a:xfrm>
              <a:off x="2675160" y="1706336"/>
              <a:ext cx="138793" cy="17145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3039833" y="2081893"/>
              <a:ext cx="138793" cy="17145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3039833" y="2348594"/>
              <a:ext cx="138793" cy="17145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/>
            <p:cNvSpPr/>
            <p:nvPr/>
          </p:nvSpPr>
          <p:spPr>
            <a:xfrm>
              <a:off x="2446560" y="2666997"/>
              <a:ext cx="138793" cy="17145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/>
            <p:cNvSpPr/>
            <p:nvPr/>
          </p:nvSpPr>
          <p:spPr>
            <a:xfrm>
              <a:off x="2680603" y="2666997"/>
              <a:ext cx="138793" cy="17145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/>
            <p:cNvSpPr/>
            <p:nvPr/>
          </p:nvSpPr>
          <p:spPr>
            <a:xfrm>
              <a:off x="2114542" y="2071005"/>
              <a:ext cx="138793" cy="17145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/>
            <p:cNvSpPr/>
            <p:nvPr/>
          </p:nvSpPr>
          <p:spPr>
            <a:xfrm>
              <a:off x="2114542" y="2337706"/>
              <a:ext cx="138793" cy="17145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8" name="Group 97"/>
          <p:cNvGrpSpPr/>
          <p:nvPr/>
        </p:nvGrpSpPr>
        <p:grpSpPr>
          <a:xfrm rot="16200000">
            <a:off x="5675344" y="3497232"/>
            <a:ext cx="1064084" cy="1132111"/>
            <a:chOff x="2114542" y="1706336"/>
            <a:chExt cx="1064084" cy="1132111"/>
          </a:xfrm>
        </p:grpSpPr>
        <p:sp>
          <p:nvSpPr>
            <p:cNvPr id="111" name="Oval 110"/>
            <p:cNvSpPr/>
            <p:nvPr/>
          </p:nvSpPr>
          <p:spPr>
            <a:xfrm>
              <a:off x="2291440" y="1951265"/>
              <a:ext cx="696690" cy="6694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2441117" y="1706336"/>
              <a:ext cx="138793" cy="17145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2675160" y="1706336"/>
              <a:ext cx="138793" cy="17145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3039833" y="2081893"/>
              <a:ext cx="138793" cy="17145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3039833" y="2348594"/>
              <a:ext cx="138793" cy="17145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2446560" y="2666997"/>
              <a:ext cx="138793" cy="17145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/>
            <p:cNvSpPr/>
            <p:nvPr/>
          </p:nvSpPr>
          <p:spPr>
            <a:xfrm>
              <a:off x="2680603" y="2666997"/>
              <a:ext cx="138793" cy="17145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2114542" y="2071005"/>
              <a:ext cx="138793" cy="17145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2114542" y="2337706"/>
              <a:ext cx="138793" cy="17145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9" name="Group 98"/>
          <p:cNvGrpSpPr/>
          <p:nvPr/>
        </p:nvGrpSpPr>
        <p:grpSpPr>
          <a:xfrm rot="16200000">
            <a:off x="5683832" y="1862061"/>
            <a:ext cx="1064084" cy="1132111"/>
            <a:chOff x="2114542" y="1706336"/>
            <a:chExt cx="1064084" cy="1132111"/>
          </a:xfrm>
        </p:grpSpPr>
        <p:sp>
          <p:nvSpPr>
            <p:cNvPr id="102" name="Oval 101"/>
            <p:cNvSpPr/>
            <p:nvPr/>
          </p:nvSpPr>
          <p:spPr>
            <a:xfrm>
              <a:off x="2291440" y="1951265"/>
              <a:ext cx="696690" cy="6694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2441117" y="1706336"/>
              <a:ext cx="138793" cy="17145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2675160" y="1706336"/>
              <a:ext cx="138793" cy="17145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3039833" y="2081893"/>
              <a:ext cx="138793" cy="17145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3039833" y="2348594"/>
              <a:ext cx="138793" cy="17145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2446560" y="2666997"/>
              <a:ext cx="138793" cy="17145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2680603" y="2666997"/>
              <a:ext cx="138793" cy="17145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2114542" y="2071005"/>
              <a:ext cx="138793" cy="17145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2114542" y="2337706"/>
              <a:ext cx="138793" cy="17145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0" name="Rectangle 99"/>
          <p:cNvSpPr/>
          <p:nvPr/>
        </p:nvSpPr>
        <p:spPr>
          <a:xfrm>
            <a:off x="7446293" y="2249818"/>
            <a:ext cx="1426029" cy="3320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8890489" y="2242032"/>
            <a:ext cx="1492002" cy="3398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138"/>
          <p:cNvSpPr/>
          <p:nvPr/>
        </p:nvSpPr>
        <p:spPr>
          <a:xfrm rot="5400000">
            <a:off x="7153882" y="1542620"/>
            <a:ext cx="3453492" cy="33228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1" name="Group 140"/>
          <p:cNvGrpSpPr/>
          <p:nvPr/>
        </p:nvGrpSpPr>
        <p:grpSpPr>
          <a:xfrm rot="5400000">
            <a:off x="9128282" y="3504032"/>
            <a:ext cx="1064084" cy="1132111"/>
            <a:chOff x="2114542" y="1706336"/>
            <a:chExt cx="1064084" cy="1132111"/>
          </a:xfrm>
        </p:grpSpPr>
        <p:sp>
          <p:nvSpPr>
            <p:cNvPr id="164" name="Oval 163"/>
            <p:cNvSpPr/>
            <p:nvPr/>
          </p:nvSpPr>
          <p:spPr>
            <a:xfrm>
              <a:off x="2291440" y="1951265"/>
              <a:ext cx="696690" cy="6694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Rectangle 164"/>
            <p:cNvSpPr/>
            <p:nvPr/>
          </p:nvSpPr>
          <p:spPr>
            <a:xfrm>
              <a:off x="2441117" y="1706336"/>
              <a:ext cx="138793" cy="17145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Rectangle 165"/>
            <p:cNvSpPr/>
            <p:nvPr/>
          </p:nvSpPr>
          <p:spPr>
            <a:xfrm>
              <a:off x="2675160" y="1706336"/>
              <a:ext cx="138793" cy="17145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Rectangle 166"/>
            <p:cNvSpPr/>
            <p:nvPr/>
          </p:nvSpPr>
          <p:spPr>
            <a:xfrm>
              <a:off x="3039833" y="2081893"/>
              <a:ext cx="138793" cy="17145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Rectangle 167"/>
            <p:cNvSpPr/>
            <p:nvPr/>
          </p:nvSpPr>
          <p:spPr>
            <a:xfrm>
              <a:off x="3039833" y="2348594"/>
              <a:ext cx="138793" cy="17145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Rectangle 168"/>
            <p:cNvSpPr/>
            <p:nvPr/>
          </p:nvSpPr>
          <p:spPr>
            <a:xfrm>
              <a:off x="2446560" y="2666997"/>
              <a:ext cx="138793" cy="17145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Rectangle 169"/>
            <p:cNvSpPr/>
            <p:nvPr/>
          </p:nvSpPr>
          <p:spPr>
            <a:xfrm>
              <a:off x="2680603" y="2666997"/>
              <a:ext cx="138793" cy="17145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Rectangle 170"/>
            <p:cNvSpPr/>
            <p:nvPr/>
          </p:nvSpPr>
          <p:spPr>
            <a:xfrm>
              <a:off x="2114542" y="2071005"/>
              <a:ext cx="138793" cy="17145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Rectangle 171"/>
            <p:cNvSpPr/>
            <p:nvPr/>
          </p:nvSpPr>
          <p:spPr>
            <a:xfrm>
              <a:off x="2114542" y="2337706"/>
              <a:ext cx="138793" cy="17145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3" name="Group 142"/>
          <p:cNvGrpSpPr/>
          <p:nvPr/>
        </p:nvGrpSpPr>
        <p:grpSpPr>
          <a:xfrm rot="5400000">
            <a:off x="7406947" y="3504031"/>
            <a:ext cx="1064084" cy="1132111"/>
            <a:chOff x="2114542" y="1706336"/>
            <a:chExt cx="1064084" cy="1132111"/>
          </a:xfrm>
        </p:grpSpPr>
        <p:sp>
          <p:nvSpPr>
            <p:cNvPr id="146" name="Oval 145"/>
            <p:cNvSpPr/>
            <p:nvPr/>
          </p:nvSpPr>
          <p:spPr>
            <a:xfrm>
              <a:off x="2291440" y="1951265"/>
              <a:ext cx="696690" cy="6694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/>
            <p:cNvSpPr/>
            <p:nvPr/>
          </p:nvSpPr>
          <p:spPr>
            <a:xfrm>
              <a:off x="2441117" y="1706336"/>
              <a:ext cx="138793" cy="17145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2675160" y="1706336"/>
              <a:ext cx="138793" cy="17145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148"/>
            <p:cNvSpPr/>
            <p:nvPr/>
          </p:nvSpPr>
          <p:spPr>
            <a:xfrm>
              <a:off x="3039833" y="2081893"/>
              <a:ext cx="138793" cy="17145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149"/>
            <p:cNvSpPr/>
            <p:nvPr/>
          </p:nvSpPr>
          <p:spPr>
            <a:xfrm>
              <a:off x="3039833" y="2348594"/>
              <a:ext cx="138793" cy="17145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Rectangle 150"/>
            <p:cNvSpPr/>
            <p:nvPr/>
          </p:nvSpPr>
          <p:spPr>
            <a:xfrm>
              <a:off x="2446560" y="2666997"/>
              <a:ext cx="138793" cy="17145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51"/>
            <p:cNvSpPr/>
            <p:nvPr/>
          </p:nvSpPr>
          <p:spPr>
            <a:xfrm>
              <a:off x="2680603" y="2666997"/>
              <a:ext cx="138793" cy="17145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 152"/>
            <p:cNvSpPr/>
            <p:nvPr/>
          </p:nvSpPr>
          <p:spPr>
            <a:xfrm>
              <a:off x="2114542" y="2071005"/>
              <a:ext cx="138793" cy="17145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Rectangle 153"/>
            <p:cNvSpPr/>
            <p:nvPr/>
          </p:nvSpPr>
          <p:spPr>
            <a:xfrm>
              <a:off x="2114542" y="2337706"/>
              <a:ext cx="138793" cy="17145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0" name="TextBox 89"/>
          <p:cNvSpPr txBox="1"/>
          <p:nvPr/>
        </p:nvSpPr>
        <p:spPr>
          <a:xfrm>
            <a:off x="258566" y="1449267"/>
            <a:ext cx="23265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Round Table = 6 </a:t>
            </a:r>
          </a:p>
          <a:p>
            <a:r>
              <a:rPr lang="en-US" dirty="0" smtClean="0"/>
              <a:t>Chair = 8 X 6</a:t>
            </a:r>
          </a:p>
          <a:p>
            <a:r>
              <a:rPr lang="en-US" dirty="0" smtClean="0"/>
              <a:t>Long Table = 2</a:t>
            </a:r>
          </a:p>
          <a:p>
            <a:r>
              <a:rPr lang="en-US" dirty="0" smtClean="0"/>
              <a:t>Canopy =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441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77</Words>
  <Application>Microsoft Office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setsunafath sei</dc:creator>
  <cp:lastModifiedBy>setsunafath sei</cp:lastModifiedBy>
  <cp:revision>4</cp:revision>
  <dcterms:created xsi:type="dcterms:W3CDTF">2026-09-05T15:38:40Z</dcterms:created>
  <dcterms:modified xsi:type="dcterms:W3CDTF">2026-09-05T15:59:22Z</dcterms:modified>
</cp:coreProperties>
</file>